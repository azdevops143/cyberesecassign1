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5400" b="1">
                <a:solidFill>
                  <a:srgbClr val="06B6D4"/>
                </a:solidFill>
                <a:latin typeface="Trebuchet MS"/>
              </a:defRPr>
            </a:pPr>
            <a:r>
              <a:t>PURPLE TEAM CONTAINER LAB</a:t>
            </a:r>
          </a:p>
          <a:p>
            <a:pPr>
              <a:spcAft>
                <a:spcPts val="1400"/>
              </a:spcAft>
              <a:defRPr sz="2600">
                <a:solidFill>
                  <a:srgbClr val="FFFFFF"/>
                </a:solidFill>
                <a:latin typeface="Trebuchet MS"/>
              </a:defRPr>
            </a:pPr>
            <a:r>
              <a:t>4-Stage DevSecOps Attack &amp; Mitigation Laboratory</a:t>
            </a:r>
          </a:p>
          <a:p>
            <a:pPr>
              <a:defRPr sz="1300" i="1">
                <a:solidFill>
                  <a:srgbClr val="94A3B8"/>
                </a:solidFill>
                <a:latin typeface="Calibri"/>
              </a:defRPr>
            </a:pPr>
            <a:r>
              <a:t>Hands-on Demonstration of Host Kernel Isolation, Capability Sets, Daemon Security, and Volume Bounds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Trebuchet MS"/>
              </a:defRPr>
            </a:pPr>
            <a:r>
              <a:t>PIPELINE ORCHESTRATION &amp; LAB MANUAL  |  INTEGRATION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EXECUTIVE PRESENTATION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Briefing &amp; Laboratory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01. The 4 Security Pillars Overview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Key definitions, threat structures, and container security scope.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02. Stage 1: Host Kernel Isolation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Dirty COW (CVE-2016-5195) C exploit simulation and outcomes.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03. Stage 2: Process &amp; Capabilities Isolation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Shared PID namespace boundaries and evaluation of CAP_SYS_PTRACE.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04. Stage 3: Daemon &amp; API Security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Mitigating exposed docker.sock socket API mounts.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05. Stage 4: Volume &amp; Filesystem Security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Writable host mount points and path traversal cron injection.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06. GitHub Actions CI/CD Integration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Validated dirtycow-lab.yml and automated execution steps.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07. DevSecOps Hardening Checklist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Hands-on rules to protect and secure container workloads.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08. Purple Team Conclusion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Key lessons, takeaways, and final architecture summaries.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LABORATORY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The 4 Security Pillars of Containers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1. HOST KERNEL</a:t>
            </a:r>
          </a:p>
          <a:p>
            <a:pPr>
              <a:spcAft>
                <a:spcPts val="8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Isolation Boundary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Containers share host OS kernel resources.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Race condition exploits (e.g. Dirty COW) bypass all virtual restrictions.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Demonstrates kernel memory isolation limits.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645920"/>
            <a:ext cx="24688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2. CAPABILITIES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Process Boundaries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Process namespace mapping regulates visibility.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Over-privileged debug access (CAP_SYS_PTRACE) allows host code injection.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Demonstrates process capability containment.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24688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3. ENGINE API</a:t>
            </a:r>
          </a:p>
          <a:p>
            <a:pPr>
              <a:spcAft>
                <a:spcPts val="800"/>
              </a:spcAft>
              <a:defRPr sz="1100" b="1">
                <a:solidFill>
                  <a:srgbClr val="EAB308"/>
                </a:solidFill>
                <a:latin typeface="Calibri"/>
              </a:defRPr>
            </a:pPr>
            <a:r>
              <a:t>Daemon Protection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Mounting docker.sock grants host root access.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Attacker controls engine and launches sibling mounts.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Demonstrates socket boundary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645920"/>
            <a:ext cx="24688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4. VOLUME</a:t>
            </a:r>
          </a:p>
          <a:p>
            <a:pPr>
              <a:spcAft>
                <a:spcPts val="800"/>
              </a:spcAft>
              <a:defRPr sz="1100" b="1">
                <a:solidFill>
                  <a:srgbClr val="22C55E"/>
                </a:solidFill>
                <a:latin typeface="Calibri"/>
              </a:defRPr>
            </a:pPr>
            <a:r>
              <a:t>Filesystem Isolation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Writable mounts allow local file traversal.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Exploit writes root task files to host cron.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Demonstrates mount point security rule options.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STAGE 1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Stage 1: Host Kernel Isolation (Dirty COW)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Exploit Concept (CVE-2016-5195)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A kernel-level race condition in Linux's Copy-on-Write subsystem.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Allows unprivileged user space writes to overwrite read-only cache pages.</a:t>
            </a:r>
          </a:p>
          <a:p>
            <a:pPr>
              <a:spcAft>
                <a:spcPts val="1000"/>
              </a:spcAft>
              <a:defRPr sz="1500" b="1">
                <a:solidFill>
                  <a:srgbClr val="EF4444"/>
                </a:solidFill>
                <a:latin typeface="Calibri"/>
              </a:defRPr>
            </a:pPr>
            <a:r>
              <a:t>🔴  Exploit Execution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The low-privilege container user compiles and runs dirtyc0w.c.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Targets a read-only root file: /var/secret/target.txt.</a:t>
            </a:r>
          </a:p>
          <a:p>
            <a:pPr>
              <a:spcAft>
                <a:spcPts val="1000"/>
              </a:spcAft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🟢  Automated Protection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On modern kernels (like the host actions runner), the race fails.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Write serialization holds page table blocks safely (Exploit Prevented).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DETECTION &amp; MITIGATION BLUEPRINT</a:t>
            </a:r>
          </a:p>
          <a:p>
            <a:pPr>
              <a:spcAft>
                <a:spcPts val="8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Purple Team Remediation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Static scan container kernels for CVE-2016-5195 signatures.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Audit syscall sequences using seccomp/madvise logs.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Keep the underlying host OS kernel fully patched.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Implement user-space container engines like gVisor or Kata Containers to intercept host syscalls.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STAGE 2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Stage 2: Process &amp; Capabilities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Exploit Concept (CAP_SYS_PTRACE)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Over-privileged capabilities allow processes to read/write memory.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Combined with shared host namespace, it allows full host injection.</a:t>
            </a:r>
          </a:p>
          <a:p>
            <a:pPr>
              <a:spcAft>
                <a:spcPts val="1000"/>
              </a:spcAft>
              <a:defRPr sz="1500" b="1">
                <a:solidFill>
                  <a:srgbClr val="06B6D4"/>
                </a:solidFill>
                <a:latin typeface="Calibri"/>
              </a:defRPr>
            </a:pPr>
            <a:r>
              <a:t>🔵  Capability Diagnostics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Checks permissions using the 'capsh --print' utility.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Runs namespace visibility tests using active PID checks.</a:t>
            </a:r>
          </a:p>
          <a:p>
            <a:pPr>
              <a:spcAft>
                <a:spcPts val="1000"/>
              </a:spcAft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🟢  Namespace Isolation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With standard isolated namespaces, host process listings are blocked.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Ensures container tasks are isolated from host-level activities.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DETECTION &amp; MITIGATION BLUEPRINT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Purple Team Remediation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Static configuration checks for --pid=host flags.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Monitor runtime capabilities block registers for CAP_SYS_PTRACE.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Never employ host PID integration flags.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Configure policies to drop default capabilities: --cap-drop=ALL.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STAGE 3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Stage 3: Daemon &amp; API Security (docker.sock)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Exploit Concept (UNIX Socket Mount)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The host daemon runs with full administrative privileges.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Exposing docker.sock gives the guest system absolute daemon access.</a:t>
            </a:r>
          </a:p>
          <a:p>
            <a:pPr>
              <a:spcAft>
                <a:spcPts val="1000"/>
              </a:spcAft>
              <a:defRPr sz="1500" b="1">
                <a:solidFill>
                  <a:srgbClr val="EF4444"/>
                </a:solidFill>
                <a:latin typeface="Calibri"/>
              </a:defRPr>
            </a:pPr>
            <a:r>
              <a:t>🔴  Hijack Simulation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Detects exposed sockets and constructs direct REST API payloads.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Models spawning sibling containers with host root mounted on /host.</a:t>
            </a:r>
          </a:p>
          <a:p>
            <a:pPr>
              <a:spcAft>
                <a:spcPts val="1000"/>
              </a:spcAft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🟢  Control Mitigation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The orchestrator verifies that without the socket file exposed,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API requests are blocked, leaving guest system access closed.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DETECTION &amp; MITIGATION BLUEPRINT</a:t>
            </a:r>
          </a:p>
          <a:p>
            <a:pPr>
              <a:spcAft>
                <a:spcPts val="800"/>
              </a:spcAft>
              <a:defRPr sz="1100" b="1">
                <a:solidFill>
                  <a:srgbClr val="EAB308"/>
                </a:solidFill>
                <a:latin typeface="Calibri"/>
              </a:defRPr>
            </a:pPr>
            <a:r>
              <a:t>Purple Team Remediation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Track volume configuration definitions containing docker.sock.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Run runtime monitoring (e.g. Falco) to flag HTTP curl operations against socket files.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Prohibit socket integration mounts.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Move workloads to secure Rootless engines (e.g. Podman).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STAGE 4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Stage 4: Volume &amp; Filesystem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Exploit Concept (Path Traversal Mounts)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Mounting host directories can provide write access to guest users.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Attacker injects system-level scheduled jobs into root path folders.</a:t>
            </a:r>
          </a:p>
          <a:p>
            <a:pPr>
              <a:spcAft>
                <a:spcPts val="1000"/>
              </a:spcAft>
              <a:defRPr sz="1500" b="1">
                <a:solidFill>
                  <a:srgbClr val="EF4444"/>
                </a:solidFill>
                <a:latin typeface="Calibri"/>
              </a:defRPr>
            </a:pPr>
            <a:r>
              <a:t>🔴  Cron Job Injection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Simulates attempts to write task scripts inside /mnt/host/etc/cron.d.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If successful, host triggers an arbitrary reverse shell task as root.</a:t>
            </a:r>
          </a:p>
          <a:p>
            <a:pPr>
              <a:spcAft>
                <a:spcPts val="1000"/>
              </a:spcAft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🟢  Read-Only Volume Configuration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Mount folder is owned by root with write privileges blocked.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Write attempt is rejected with clean 'Permission Denied'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DETECTION &amp; MITIGATION BLUEPRINT</a:t>
            </a:r>
          </a:p>
          <a:p>
            <a:pPr>
              <a:spcAft>
                <a:spcPts val="800"/>
              </a:spcAft>
              <a:defRPr sz="1100" b="1">
                <a:solidFill>
                  <a:srgbClr val="22C55E"/>
                </a:solidFill>
                <a:latin typeface="Calibri"/>
              </a:defRPr>
            </a:pPr>
            <a:r>
              <a:t>Purple Team Remediation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Configure File Integrity Monitoring (FIM) on /etc/cron* folders.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Detection: Audit file modification commands using standard host logging (auditd).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Mount host volume integrations strictly as read-only (:ro).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Mitigation: Prohibit directory mounts from critical host roots (/etc, /root, /var).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PIPELINE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Automated CI/CD Laboratory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CI/CD Integration Model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Fully integrated using GitHub Actions workflow orchestration.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Automatically builds and runs stages on every repository commit.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[HIGHLIGHT] Hardware-Independent Verification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The lab executes all stages directly on the host actions runner.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Safely simulates exploits using unprivileged user accounts.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Fast Execution Loop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Optimizations reduce execution duration to under 40 seconds.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Provides instant DevSecOps regression security assessment feedback.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name: Dirty COW Lab CI Pipeline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jobs: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build-and-run: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runs-on: ubuntu-latest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steps: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- name: Checkout Repository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  uses: actions/checkout@v4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  with: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    token: ${{ secrets.GH_PAT }}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- name: Build Docker Container</a:t>
            </a:r>
          </a:p>
          <a:p>
            <a:pPr algn="l">
              <a:spcAft>
                <a:spcPts val="200"/>
              </a:spcAft>
              <a:defRPr sz="1000">
                <a:solidFill>
                  <a:srgbClr val="06B6D4"/>
                </a:solidFill>
                <a:latin typeface="Consolas"/>
              </a:defRPr>
            </a:pPr>
            <a:r>
              <a:t>      run: docker build -t dirtycow-lab .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- name: Run Stage 1 (Host Kernel)</a:t>
            </a:r>
          </a:p>
          <a:p>
            <a:pPr algn="l">
              <a:spcAft>
                <a:spcPts val="200"/>
              </a:spcAft>
              <a:defRPr sz="1000">
                <a:solidFill>
                  <a:srgbClr val="06B6D4"/>
                </a:solidFill>
                <a:latin typeface="Consolas"/>
              </a:defRPr>
            </a:pPr>
            <a:r>
              <a:t>      run: docker run --rm dirtycow-lab ... --stage-1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- name: Run Stage 2 (Capabilities)</a:t>
            </a:r>
          </a:p>
          <a:p>
            <a:pPr algn="l">
              <a:spcAft>
                <a:spcPts val="200"/>
              </a:spcAft>
              <a:defRPr sz="1000">
                <a:solidFill>
                  <a:srgbClr val="06B6D4"/>
                </a:solidFill>
                <a:latin typeface="Consolas"/>
              </a:defRPr>
            </a:pPr>
            <a:r>
              <a:t>      run: docker run --rm dirtycow-lab ... --stage-2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- name: Run Stage 3 (API Daemon)</a:t>
            </a:r>
          </a:p>
          <a:p>
            <a:pPr algn="l">
              <a:spcAft>
                <a:spcPts val="200"/>
              </a:spcAft>
              <a:defRPr sz="1000">
                <a:solidFill>
                  <a:srgbClr val="06B6D4"/>
                </a:solidFill>
                <a:latin typeface="Consolas"/>
              </a:defRPr>
            </a:pPr>
            <a:r>
              <a:t>      run: docker run --rm dirtycow-lab ... --stage-3</a:t>
            </a: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200"/>
              </a:spcAft>
              <a:defRPr sz="1000">
                <a:solidFill>
                  <a:srgbClr val="FFFFFF"/>
                </a:solidFill>
                <a:latin typeface="Consolas"/>
              </a:defRPr>
            </a:pPr>
            <a:r>
              <a:t>    - name: Run Stage 4 (Volume Path)</a:t>
            </a:r>
          </a:p>
          <a:p>
            <a:pPr algn="l">
              <a:spcAft>
                <a:spcPts val="200"/>
              </a:spcAft>
              <a:defRPr sz="1000">
                <a:solidFill>
                  <a:srgbClr val="06B6D4"/>
                </a:solidFill>
                <a:latin typeface="Consolas"/>
              </a:defRPr>
            </a:pPr>
            <a:r>
              <a:t>      run: docker run --rm dirtycow-lab ... --stage-4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BEST PRACTICES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DevSecOps Hardening &amp; Defense-in-Depth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1. HOST CONTROLS</a:t>
            </a:r>
          </a:p>
          <a:p>
            <a:pPr>
              <a:spcAft>
                <a:spcPts val="8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Kernel Security Level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Apply host kernel updates immediately to resolve CVE-2016-5195.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Implement seccomp security rules.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Employ sandbox container engines (gVisor) in untrusted public environments.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2. CONTAINER CONFIGURATION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Least Privilege Isolation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Never employ --pid=host namespaces.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Drop all default privileges: docker run --cap-drop=ALL.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Run services as custom USER victim (unprivileged accounts).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3. STORAGE &amp; STORAGE APIS</a:t>
            </a:r>
          </a:p>
          <a:p>
            <a:pPr>
              <a:spcAft>
                <a:spcPts val="800"/>
              </a:spcAft>
              <a:defRPr sz="1100" b="1">
                <a:solidFill>
                  <a:srgbClr val="22C55E"/>
                </a:solidFill>
                <a:latin typeface="Calibri"/>
              </a:defRPr>
            </a:pPr>
            <a:r>
              <a:t>Access Controls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Enforce read-only volumes strictly using the :ro flag.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Prohibit mounting /var/run/docker.sock UNIX sockets.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Avoid mounting critical host configurations (/etc, /opt, /root).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Conclusion: Purple Team Lab Debriefing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Containers Share Host OS Foundations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Container containment is only as strong as the host kernel.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Bypassing kernel barriers compromises all namespaces.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Mitigations are Multi-layered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Securing pipelines requires host updates, capabilities control,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socket restrictions, and read-only storage settings.</a:t>
            </a:r>
          </a:p>
          <a:p>
            <a:pPr>
              <a:spcAft>
                <a:spcPts val="1000"/>
              </a:spcAft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🟢  Successful Purple Team Outcome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The CI/CD pipeline verified that modern kernels and proper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read-only volume controls successfully contain advanced escapes.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Continuous Security Regression Testing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   •  Integrating automated lab checks in GHA stops regressions before deploy.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THE GOLDEN RULE OF DEVSECOPS</a:t>
            </a:r>
          </a:p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Final Recommendation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Containers are NOT isolation virtual machines.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Host OS updates are the baseline requirement for container cluster security.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Drop capabilities, run as unprivileged users, mount volumes read-only, and audit docker.sock exposure constantly.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