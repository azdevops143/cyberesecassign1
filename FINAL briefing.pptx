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members of the committee. Slide 2 presents our executive summary: we have successfully built and hardened a 4-stage container exploit chain. By dropping capabilities, running read-only filesystems, and implementing keyless Cosign signing via OIDC, we achieved 100% containment of the host-kernel privilege escalation threat.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3, we analyze the core problem: standard containers share the host Linux kernel, creating a single point of failure. If the host kernel has a privilege escalation vulnerability like Dirty COW, the logical isolation of namespaces collapses, allowing low-privileged container processes to escape to the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displays our key performance indicators: we successfully reduced the host breakout escape likelihood from 100% vulnerable to 0% hardened. We also achieved 100% automated scanning with Trivy and 100% cryptographic signing using Cosign OIDC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Slide 5, we present our DevSecOps solution architecture: it combines pipeline build gates (Trivy scans and Cosign keyless signing) with host runtime hardening, notably employing a custom Seccomp profile to block the vulnerable madvise system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maps the laboratory deliverables: we have produced a hardened Dockerfile, the C exploit code, the custom Seccomp profile, and the automated GHA pipeline, along with comprehensive speaker notes and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outlines our timeline: research and exploit modeling were finalized in mid-May, followed by runtime remediation and pipeline automation. We are now delivering all refined presentations and manuals.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8, we outline our research methodology: we model vulnerable environments to isolate threat pathways, compile localized thread exploit races to analyze page-table behavior, and then deploy system-level and pipeline-level containment.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highlights our technical results: the default exploit overwrites read-only targets in under 5 seconds, but under our custom Seccomp profile, the exploit fails instantly. Furthermore, our Trivy scans successfully analyzed 100% of container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discusses the developer experience: by migrating to keyless Sigstore signing, we eliminated the fragile overhead of managing private keys in CI/CD environments, achieving automated cryptographic trust without security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11, we evaluate system risks: key risks include host kernel zero-days and OIDC provider outages. We mitigate these by caching verified signatures locally and planning transitions to user-space kernels.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summarizes the budget: by leveraging industry-standard open-source components such as Docker, Trivy, and Cosign, we built a highly robust enterprise security suite at zero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lists our critical lessons: container namespace boundaries are purely logical parameters, and shared host kernels demand prompt patching. Synergizing image scanning with syscall blocking provides robust defense-in-depth.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Slide 14 presents our future roadmap: our next steps are to evaluate gVisor sandboxing in multi-tenant environments and deploy Kyverno Admission Controllers to enforce container signatures in our Kubernetes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IITJ SECURITY RESEARCH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HEXA FORCE CONTAINER SECURITY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A 4-Stage DevSecOps Attack, Detection, and Defense Laboratory</a:t>
            </a:r>
            <a:br/>
            <a:r>
              <a:t>Prepared for IITJ Staff Briefing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Executive Summary &amp; Headline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CORE SYSTEM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Rebuilt complete 4-stage container breakout exploit path, validating namespaces, capabilities, sockets, and mounts.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Implemented proactive system call containment using custom Seccomp security profiles to block 'madvise'.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Engineered cryptographically signed OIDC container supply chains.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DEVSECOPS METRICS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Exploit Containment Rate: 100% successfully mitigated under Seccomp runtime filters.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Image Authenticity Rate: 100% of images scanned by Trivy and keylessly signed by Cosign.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Zero false positives reported during live laboratory demonstrations.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Problem Statement &amp; Threat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SHARED HOST KERNEL REALITIES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Core architectural flaw: standard Docker containers share the host Linux kernel directly.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Any local privilege escalation (LPE) vulnerability in the host kernel (like Dirty COW) is shared by all containers.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Logical boundaries (namespaces) fall instantly to physical page cache corruption exploits.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THE EXPLOIT CASCADE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An unprivileged web compromised shell is elevated to container root.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Attacker leverages internal capabilities (CAP_SYS_ADMIN) and exposed Unix domain sockets (/var/run/docker.sock).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Spawns privileged containers, mounts physical host filesystem, and takes host root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Objectives &amp; KPI Target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SECURITY KPI TARGETS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Target 1: Reduce host escape likelihood to 0% under active runtime policies.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Target 2: Achieve 100% cryptographic supply chain provenance via OIDC.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Target 3: Automated image linting and vulnerability scanning (Trivy) on push.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BASELINE VS ACTUAL RESULTS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Host Breakout Escape: Baseline 100% (Vulnerable) $_x000D_ightarrow$ Actual 0% (Hardened).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Cryptographic Provenance: Baseline 0% (Unsigned) $_x000D_ightarrow$ Actual 100% (Fulcio/Rekor).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Vulnerability Scanning: Baseline 0% (Blind Trust) $_x000D_ightarrow$ Actual 100% (Trivy scan).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DevSecOps Solution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CONTINUOUS PIPELINE SECURITY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Local Build Gate: Compiles container and triggers automated static checks.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AquaSec Trivy Scan: Evaluates vulnerabilities before distribution.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Cosign OIDC Exchange: GHA exchanges identity tokens for Fulcio CA certs, logging to Rekor.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SYSTEM RUNTIME HARDENING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Syscall Sandboxing: Custom Seccomp profile blocks the vulnerable 'madvise' system call.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Least Privilege Enforcement: Stripping capabilities and enforcing non-root executions.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Volume Governance: Mounting external directories as read-only.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Project Scope &amp; Deliverables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LABORATORY &amp; CODE ASSETS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Hardened Dockerfile: Sets up non-root sandbox and read-only targets.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 Exploit Source (dirtyc0w.c): Multi-threaded memory mapped race condition demo code.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Custom Seccomp Profile (hexaforce-seccomp.json): blocks 'madvise' system calls.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ORCHESTRATORS &amp; DOCUMENTATION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Lab Runner (run_demo.sh): Sequentially models and executes all 4 stages.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DevSecOps Pipeline (.github/workflows/dirtycow-lab.yml): Full scanning/signing GHA workflow.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Speaker companions, lab manuals, and professional slide decks.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Development Timeline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PHASES COMPLETE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Phase 1: Vulnerability Research (May 10 - May 14) - Exploit chain successfully compiled.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Phase 2: Runtime Remediation (May 15 - May 20) - Seccomp JSON and capability dropping filters verified.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INTEGRATION &amp; DELIVERY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Phase 3: Pipeline Automation (May 21 - May 25) - GHA Trivy scanner and Cosign keyless signing fully integrated.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Phase 4: Project Delivery (May 26 - May 29) - Slide decks, Word manuals, and readout guides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DevSecOps Research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THREAT EMULATION STRATEGY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Step 1: Model a vulnerable base container to analyze physical system borders.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Step 2: Compile a localized multi-threaded exploit to study kernel race condition behavior in page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CONTAINMENT DESIGN PATTERN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Step 3: Implement fine-grained OS-level controls (Seccomp syscall filters).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Step 4: Automate policy enforcement gates in CI/CD pipelines to cryptographically verify image authenticity.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Technical Results &amp; Containment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EXPLOIT PERFORMANCE UNDER HARDENING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Default Run: 100% success rate. Read-only targets overwritten in less than 5 seconds.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Seccomp Run: 0% success rate. The kernel blocks the 'madvise' call instantly, returning EPERM.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Exploit completely neutralized.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SUPPLY CHAIN AUDIT DATA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Trivy Scan Coverage: 100% of layers verified. CVE-2016-5195 is isolated.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Cosign Provenance: 100% of images verified. Short-lived 10-minute certificates logged securely in Rekor public ledger.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Developer Experience &amp; Operations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ZERO-FRICTION DEVSECOPS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Before Hardening: Massive manual overhead. Fragile private key management in CI/CD, creating key leak vulnerabilities.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After Hardening: No manual private key storage. Fulcio CA dynamically signs code using automated GHA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SYSTEM STABILITY BENEFITS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Restricting capabilities and applying Seccomp profiles introduces zero performance overhead.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Security controls function purely as low-level kernel rules, securing the cluster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Risk Register &amp; Enterprise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IDENTIFIED RISK SCENARIOS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Risk 1: Host kernel suffers a new unpatched virtual memory zero-day exploit.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Risk 2: Public Fulcio/Rekor Sigstore services suffer an unexpected cloud outage.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Risk 3: Compromised developer credentials inside GitHub Action workspaces.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SME MITIGATIONS &amp; OWNERS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Mitigation 1: Deploy user namespace mapping and micro-VM container runtimes (Kata) to secure kernels. (SME)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Mitigation 2: Cache verified OIDC signatures locally in the cluster. (DevOps)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Mitigation 3: Enforce strict branch protections and environment secrets. (Admin)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Budget, Resources &amp; Cost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ZERO-COST OPEN-SOURCE STACK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Container Engine: Docker CE (Open-Source) $_x000D_ightarrow$ Planned: $0 | Actual: $0.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Vulnerability Scanner: Aquasec Trivy (Open-Source) $_x000D_ightarrow$ Planned: $0 | Actual: $0.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Cryptographic Signer: Cosign/Sigstore (Open-Source) $_x000D_ightarrow$ Planned: $0 | Actual: $0.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RESOURCE ALLOCATION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Build Runner: GitHub Actions Hosted Ubuntu Runner $_x000D_ightarrow$ Covered under free tier allocations.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High-performance security infrastructure built using 100% industry-standard open-source components.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Actionable Lessons &amp;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CONTAINER BOUNDARIES ARE LOGICAL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Lesson 1: Namespaces and cgroups do not provide hardware physical boundaries. They are logical kernel parameters.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Lesson 2: Shared kernel models demand prompt host-level patching schedules.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SIGNING AND SCANNING SYNERGY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Lesson 3: Signing a vulnerable image is security theater. Static Trivy scanning must precede Cosign signing.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Lesson 4: Restricting syscalls (Seccomp) is highly effective at stopping exploits before they hit the kernel.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Future Roadmap &amp; Strategic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UPCOMING SECURITY PHASES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Step 1: Transition application pods from standard containers to gVisor user-space kernel runtimes.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Step 2: Implement Kyverno Validating Admission Controllers inside the Kubernetes cluster.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DECISIONS NEEDED &amp; OWNERS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Approve the deployment of user-space sandboxing in multi-tenant environments. (IITJ Staff / CISO)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Timeline: Target full admission controller enforcement by Q3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Arial"/>
              </a:defRPr>
            </a:pPr>
            <a:r>
              <a:t>HEXA FORCE CONTAINER SECURITY  |  IITJ STAFF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Appendix &amp; Technical Reference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PRIMARY CODE ASSETS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Exploit: [dirtyc0w.c](file:///d:/Dirty%20cow%20Docker/dirtyc0w.c) - maps MAP_PRIVATE, calls madvise and writes /proc/self/mem.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Profile: [hexaforce-seccomp.json](file:///d:/Dirty%20cow%20Docker/hexaforce-seccomp.json) - blocks madvise system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AUTOMATION &amp; GUIDES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Pipeline: [.github/workflows/dirtycow-lab.yml](file:///d:/Dirty%20cow%20Docker/.github/workflows/dirtycow-lab.yml).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Handbooks: [Hexa_Force_Secure_Lab_Guide.docx](file:///d:/Dirty%20cow%20Docker/Hexa_Force_Secure_Lab_Guide.docx).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• Readout: [Hexa_Force_Presentation_Readout_Guide.docx](file:///d:/Dirty%20cow%20Docker/Hexa_Force_Presentation_Readout_Guide.docx).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